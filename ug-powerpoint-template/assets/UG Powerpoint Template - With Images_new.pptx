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267" r:id="rId6"/>
    <p:sldId id="280" r:id="rId7"/>
    <p:sldId id="281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3C6E"/>
    <a:srgbClr val="113B6E"/>
    <a:srgbClr val="102970"/>
    <a:srgbClr val="3256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E3B96B-0E61-4B88-864A-1F7196D0ACA2}" v="4" dt="2023-07-17T10:21:08.8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DC7FF2-DE1C-45F0-A2DD-847CB785F4C6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27EDE7-30EF-4100-88C7-BB4907863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6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7EDE7-30EF-4100-88C7-BB49078635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216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7EDE7-30EF-4100-88C7-BB49078635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71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7EDE7-30EF-4100-88C7-BB49078635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39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99F7D-C81C-42C1-9562-D7220F738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7BBABE-7D2F-4810-9968-4E5C9B2734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F3A3C-C3D9-4191-AC83-5EDFB60EE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414FC-C847-4B91-B92D-9E197208B60C}" type="datetimeFigureOut">
              <a:rPr lang="en-GB" smtClean="0"/>
              <a:t>23/07/2024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8ADA4-1253-4D11-BEFD-37887F2E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080D8-CF5E-41A9-AE2E-EA78D4FF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C850-03C1-46A3-9E26-FDC432281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124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4C64A-15A2-44BC-81D0-968ECAE10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A466F-9CC9-4050-A437-67750A1CE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E3A03-1118-4AA0-B715-31DE4CEC6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414FC-C847-4B91-B92D-9E197208B60C}" type="datetimeFigureOut">
              <a:rPr lang="en-GB" smtClean="0"/>
              <a:t>23/07/2024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13509-4616-4201-BEB7-B13525CC6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69B7B-749A-412A-A379-7FD767DBD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C850-03C1-46A3-9E26-FDC432281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8289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E64FB-2449-49DC-AD7F-F4A4F6B5F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02EE5-3C57-421F-965A-98A79B0BF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BA74D-B01A-4F45-BEB9-E16A89837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414FC-C847-4B91-B92D-9E197208B60C}" type="datetimeFigureOut">
              <a:rPr lang="en-GB" smtClean="0"/>
              <a:t>23/07/2024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D444D-1B5F-48C1-A280-F5A181221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83E64-0AEA-4FEF-A695-5EABCB0C1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C850-03C1-46A3-9E26-FDC432281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1247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24048-07FE-4546-9188-E23DF5099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C3CFB-57ED-45F1-91FA-F1CE91E4D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E6C31-3E61-4030-AE2B-166608DF4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3EFCA-8B6F-46D5-A76D-18B1A861C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414FC-C847-4B91-B92D-9E197208B60C}" type="datetimeFigureOut">
              <a:rPr lang="en-GB" smtClean="0"/>
              <a:t>23/07/2024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53DBB-D409-4DCE-9BD4-923E434C5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BE76A-95FB-4CF9-BCC4-EB588A9B4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C850-03C1-46A3-9E26-FDC432281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076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2DC7B-B7B3-4EB1-B949-5064CD636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32800-7864-460B-A9AB-A9D7A4B2F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28427-0EA0-433E-B0F5-11078EC15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F1B96D-8250-492B-BA3E-B60F159EA5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3307EA-1C9A-437D-9421-B96496CB95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B41F3B-1DA4-4B9D-9F0B-04282686A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414FC-C847-4B91-B92D-9E197208B60C}" type="datetimeFigureOut">
              <a:rPr lang="en-GB" smtClean="0"/>
              <a:t>23/07/2024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C40570-B41C-4482-860D-C90FE3831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3367A3-A5F6-4913-9CFB-453AB9859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C850-03C1-46A3-9E26-FDC432281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23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B4AD5-DCE6-48D4-BB6B-6E1F50616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1A2125-5807-418A-BC0A-7D572A2C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414FC-C847-4B91-B92D-9E197208B60C}" type="datetimeFigureOut">
              <a:rPr lang="en-GB" smtClean="0"/>
              <a:t>23/07/2024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37793A-836E-459A-9BD7-0498B9070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1AF59-B9F3-42FF-AE5F-A175C8580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C850-03C1-46A3-9E26-FDC432281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955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CA3CE-635C-493E-90EB-578F688F7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414FC-C847-4B91-B92D-9E197208B60C}" type="datetimeFigureOut">
              <a:rPr lang="en-GB" smtClean="0"/>
              <a:t>23/07/2024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6986BE-1E3F-4ED8-BC89-90B17BBD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D9CCC-C255-4CF2-B3D3-4F9F1E74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C850-03C1-46A3-9E26-FDC432281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518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D5B8-670F-4735-95C6-91816A8B5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197C9-3407-4AA7-B565-1115527B9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0AF9C1-A6ED-4BBC-8792-B0DBF3470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B4F65-153D-455C-8D9A-3263EC1F2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414FC-C847-4B91-B92D-9E197208B60C}" type="datetimeFigureOut">
              <a:rPr lang="en-GB" smtClean="0"/>
              <a:t>23/07/2024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B4D55-9782-47E4-A99C-D85928B52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02C83D-DE28-47CE-AE05-285A2D7B3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C850-03C1-46A3-9E26-FDC432281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638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ABD5D-79E3-48DE-9526-5BB61CC60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C64031-1E0F-49B8-B664-ACBF30F566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D35145-297F-4BAD-B879-97433212B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5EEE2-BB67-45C4-B3E3-78865DC01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414FC-C847-4B91-B92D-9E197208B60C}" type="datetimeFigureOut">
              <a:rPr lang="en-GB" smtClean="0"/>
              <a:t>23/07/2024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75140-2E3F-4C21-96FD-0C0FA86AD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77991-7C93-4BCE-B618-3B0D9BC3E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C850-03C1-46A3-9E26-FDC432281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322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4253F-3A2A-4475-BDD1-CA0D74E02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3DC383-DA3B-4AF8-ADC4-DBB0DE73E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1E812-678A-4430-B89A-D86BDF8DD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414FC-C847-4B91-B92D-9E197208B60C}" type="datetimeFigureOut">
              <a:rPr lang="en-GB" smtClean="0"/>
              <a:t>23/07/2024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5CD56-CC87-4F73-A57B-48B3B8369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126CE-8009-4545-A2AE-2EBF542A9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C850-03C1-46A3-9E26-FDC432281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6444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AD64ED-27C8-4AE2-9F3F-6D5EE8D42B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6BCB7D-E1B0-46BA-BD76-9F492BA4E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7FC4A-24C6-4E74-9D04-E395B986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414FC-C847-4B91-B92D-9E197208B60C}" type="datetimeFigureOut">
              <a:rPr lang="en-GB" smtClean="0"/>
              <a:t>23/07/2024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D3F4B-E349-4085-8105-ABB99A610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F3D9C-7297-4D1F-AE74-CE3A13BFF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5C850-03C1-46A3-9E26-FDC432281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0887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BE6AB-331D-4E2E-90A5-A48929083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C13A8-1B88-4D81-B706-D7AAB1165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63FC8-4D26-4009-8BCD-930726C8CE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414FC-C847-4B91-B92D-9E197208B60C}" type="datetimeFigureOut">
              <a:rPr lang="en-GB" smtClean="0"/>
              <a:t>23/07/2024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97C93-C655-424E-88EC-08E0D8E175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2A2B2-9F48-4C33-BCAB-A2F4BC3ED0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5C850-03C1-46A3-9E26-FDC432281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250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A98F97-7D49-42CC-8A5F-848BDC4892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748" y="-132735"/>
            <a:ext cx="12418142" cy="710872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13A04E8-D503-4F69-8234-8A8CAEF11953}"/>
              </a:ext>
            </a:extLst>
          </p:cNvPr>
          <p:cNvSpPr/>
          <p:nvPr/>
        </p:nvSpPr>
        <p:spPr>
          <a:xfrm>
            <a:off x="-9832" y="787372"/>
            <a:ext cx="6664036" cy="5209309"/>
          </a:xfrm>
          <a:prstGeom prst="rect">
            <a:avLst/>
          </a:prstGeom>
          <a:solidFill>
            <a:srgbClr val="133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27368B-8C41-4A6C-944A-16B52484E416}"/>
              </a:ext>
            </a:extLst>
          </p:cNvPr>
          <p:cNvSpPr/>
          <p:nvPr/>
        </p:nvSpPr>
        <p:spPr>
          <a:xfrm>
            <a:off x="-19664" y="1026683"/>
            <a:ext cx="6096000" cy="137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food&#10;&#10;Description automatically generated">
            <a:extLst>
              <a:ext uri="{FF2B5EF4-FFF2-40B4-BE49-F238E27FC236}">
                <a16:creationId xmlns:a16="http://schemas.microsoft.com/office/drawing/2014/main" id="{40AC4F18-BF9D-48A0-98C8-BF3E000813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166" y="1134220"/>
            <a:ext cx="3457985" cy="137372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FC4FB3F-2CD9-46C1-81BB-17DA51E05DE7}"/>
              </a:ext>
            </a:extLst>
          </p:cNvPr>
          <p:cNvSpPr/>
          <p:nvPr/>
        </p:nvSpPr>
        <p:spPr>
          <a:xfrm>
            <a:off x="796166" y="4515424"/>
            <a:ext cx="2831937" cy="11546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 panose="02000803000000090004"/>
              </a:rPr>
              <a:t>Presenter Name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 panose="02000803000000090004"/>
              </a:rPr>
              <a:t>Department or School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 panose="02000803000000090004"/>
              </a:rPr>
              <a:t>Date</a:t>
            </a:r>
            <a:endParaRPr lang="en-US" sz="16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Helvetica Neue" panose="02000803000000090004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C23F81-8EF7-0DAE-4438-3027EB6E520E}"/>
              </a:ext>
            </a:extLst>
          </p:cNvPr>
          <p:cNvSpPr/>
          <p:nvPr/>
        </p:nvSpPr>
        <p:spPr>
          <a:xfrm>
            <a:off x="783926" y="2726852"/>
            <a:ext cx="4477123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4800" b="0" cap="none" spc="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 panose="02000803000000090004"/>
              </a:rPr>
              <a:t>Presentation </a:t>
            </a:r>
          </a:p>
          <a:p>
            <a:r>
              <a:rPr lang="en-US" sz="480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 panose="02000803000000090004"/>
              </a:rPr>
              <a:t>Title Goes Here</a:t>
            </a:r>
            <a:endParaRPr lang="en-US" sz="4800" b="0" cap="none" spc="0" dirty="0">
              <a:ln w="0"/>
              <a:solidFill>
                <a:schemeClr val="bg1">
                  <a:lumMod val="9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elvetica Neue" panose="02000803000000090004"/>
            </a:endParaRPr>
          </a:p>
        </p:txBody>
      </p:sp>
    </p:spTree>
    <p:extLst>
      <p:ext uri="{BB962C8B-B14F-4D97-AF65-F5344CB8AC3E}">
        <p14:creationId xmlns:p14="http://schemas.microsoft.com/office/powerpoint/2010/main" val="2146206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A98F97-7D49-42CC-8A5F-848BDC489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8936" y="-51530"/>
            <a:ext cx="12240936" cy="693334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13A04E8-D503-4F69-8234-8A8CAEF11953}"/>
              </a:ext>
            </a:extLst>
          </p:cNvPr>
          <p:cNvSpPr/>
          <p:nvPr/>
        </p:nvSpPr>
        <p:spPr>
          <a:xfrm>
            <a:off x="-55989" y="2104571"/>
            <a:ext cx="12247990" cy="2133600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1E8BDE-0441-474A-B559-25A6261C9DA4}"/>
              </a:ext>
            </a:extLst>
          </p:cNvPr>
          <p:cNvSpPr/>
          <p:nvPr/>
        </p:nvSpPr>
        <p:spPr>
          <a:xfrm>
            <a:off x="-55989" y="6403153"/>
            <a:ext cx="12192003" cy="479394"/>
          </a:xfrm>
          <a:prstGeom prst="rect">
            <a:avLst/>
          </a:prstGeom>
          <a:solidFill>
            <a:srgbClr val="113B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A7CF597-E067-4687-AA67-6F8C77820673}"/>
              </a:ext>
            </a:extLst>
          </p:cNvPr>
          <p:cNvGrpSpPr/>
          <p:nvPr/>
        </p:nvGrpSpPr>
        <p:grpSpPr>
          <a:xfrm>
            <a:off x="10604090" y="6358537"/>
            <a:ext cx="1587908" cy="573205"/>
            <a:chOff x="10594306" y="6387566"/>
            <a:chExt cx="1475774" cy="49555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B27368B-8C41-4A6C-944A-16B52484E416}"/>
                </a:ext>
              </a:extLst>
            </p:cNvPr>
            <p:cNvSpPr/>
            <p:nvPr/>
          </p:nvSpPr>
          <p:spPr>
            <a:xfrm>
              <a:off x="10594306" y="6428118"/>
              <a:ext cx="1475774" cy="4144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" name="Picture 6" descr="A picture containing food&#10;&#10;Description automatically generated">
              <a:extLst>
                <a:ext uri="{FF2B5EF4-FFF2-40B4-BE49-F238E27FC236}">
                  <a16:creationId xmlns:a16="http://schemas.microsoft.com/office/drawing/2014/main" id="{40AC4F18-BF9D-48A0-98C8-BF3E00081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08474" y="6387566"/>
              <a:ext cx="1247438" cy="495557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1FC4FB3F-2CD9-46C1-81BB-17DA51E05DE7}"/>
              </a:ext>
            </a:extLst>
          </p:cNvPr>
          <p:cNvSpPr/>
          <p:nvPr/>
        </p:nvSpPr>
        <p:spPr>
          <a:xfrm>
            <a:off x="2716371" y="2794548"/>
            <a:ext cx="675925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algn="ctr"/>
            <a:r>
              <a:rPr lang="en-GB" sz="4400" b="1" dirty="0">
                <a:latin typeface="Helvetica Neue" panose="02000803000000090004" pitchFamily="2"/>
              </a:rPr>
              <a:t>Section Title Goes Here</a:t>
            </a:r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4A913475-2505-4143-9868-19C8E2EC2120}"/>
              </a:ext>
            </a:extLst>
          </p:cNvPr>
          <p:cNvSpPr txBox="1"/>
          <p:nvPr/>
        </p:nvSpPr>
        <p:spPr>
          <a:xfrm>
            <a:off x="447317" y="6559999"/>
            <a:ext cx="6429344" cy="213392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60"/>
              </a:spcBef>
            </a:pPr>
            <a:r>
              <a:rPr lang="en-US" sz="1400" dirty="0">
                <a:solidFill>
                  <a:schemeClr val="bg1"/>
                </a:solidFill>
                <a:latin typeface="Helvetica Neue" panose="02000803000000090004" pitchFamily="2"/>
                <a:cs typeface="Trebuchet MS"/>
              </a:rPr>
              <a:t>University of Ghana | Presenter Name | Department of School | Date</a:t>
            </a:r>
          </a:p>
        </p:txBody>
      </p:sp>
    </p:spTree>
    <p:extLst>
      <p:ext uri="{BB962C8B-B14F-4D97-AF65-F5344CB8AC3E}">
        <p14:creationId xmlns:p14="http://schemas.microsoft.com/office/powerpoint/2010/main" val="3922906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A98F97-7D49-42CC-8A5F-848BDC4892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8936" y="-51530"/>
            <a:ext cx="12240936" cy="693334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13A04E8-D503-4F69-8234-8A8CAEF11953}"/>
              </a:ext>
            </a:extLst>
          </p:cNvPr>
          <p:cNvSpPr/>
          <p:nvPr/>
        </p:nvSpPr>
        <p:spPr>
          <a:xfrm>
            <a:off x="-55989" y="-51530"/>
            <a:ext cx="12247990" cy="6933342"/>
          </a:xfrm>
          <a:prstGeom prst="rect">
            <a:avLst/>
          </a:prstGeom>
          <a:solidFill>
            <a:schemeClr val="bg1">
              <a:alpha val="9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1E8BDE-0441-474A-B559-25A6261C9DA4}"/>
              </a:ext>
            </a:extLst>
          </p:cNvPr>
          <p:cNvSpPr/>
          <p:nvPr/>
        </p:nvSpPr>
        <p:spPr>
          <a:xfrm>
            <a:off x="-55989" y="6403153"/>
            <a:ext cx="12192003" cy="479394"/>
          </a:xfrm>
          <a:prstGeom prst="rect">
            <a:avLst/>
          </a:prstGeom>
          <a:solidFill>
            <a:srgbClr val="113B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A7CF597-E067-4687-AA67-6F8C77820673}"/>
              </a:ext>
            </a:extLst>
          </p:cNvPr>
          <p:cNvGrpSpPr/>
          <p:nvPr/>
        </p:nvGrpSpPr>
        <p:grpSpPr>
          <a:xfrm>
            <a:off x="10604090" y="6358537"/>
            <a:ext cx="1587908" cy="573205"/>
            <a:chOff x="10594306" y="6387566"/>
            <a:chExt cx="1475774" cy="49555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B27368B-8C41-4A6C-944A-16B52484E416}"/>
                </a:ext>
              </a:extLst>
            </p:cNvPr>
            <p:cNvSpPr/>
            <p:nvPr/>
          </p:nvSpPr>
          <p:spPr>
            <a:xfrm>
              <a:off x="10594306" y="6428118"/>
              <a:ext cx="1475774" cy="4144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" name="Picture 6" descr="A picture containing food&#10;&#10;Description automatically generated">
              <a:extLst>
                <a:ext uri="{FF2B5EF4-FFF2-40B4-BE49-F238E27FC236}">
                  <a16:creationId xmlns:a16="http://schemas.microsoft.com/office/drawing/2014/main" id="{40AC4F18-BF9D-48A0-98C8-BF3E00081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08474" y="6387566"/>
              <a:ext cx="1247438" cy="495557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1FC4FB3F-2CD9-46C1-81BB-17DA51E05DE7}"/>
              </a:ext>
            </a:extLst>
          </p:cNvPr>
          <p:cNvSpPr/>
          <p:nvPr/>
        </p:nvSpPr>
        <p:spPr>
          <a:xfrm>
            <a:off x="1280651" y="1091376"/>
            <a:ext cx="963069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algn="ctr"/>
            <a:r>
              <a:rPr lang="en-GB" sz="2400" b="1" dirty="0">
                <a:latin typeface="Helvetica Neue" panose="02000803000000090004" pitchFamily="2"/>
              </a:rPr>
              <a:t>What progress has been made since the previous milestone</a:t>
            </a:r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4A913475-2505-4143-9868-19C8E2EC2120}"/>
              </a:ext>
            </a:extLst>
          </p:cNvPr>
          <p:cNvSpPr txBox="1"/>
          <p:nvPr/>
        </p:nvSpPr>
        <p:spPr>
          <a:xfrm>
            <a:off x="447317" y="6559999"/>
            <a:ext cx="6429344" cy="213392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60"/>
              </a:spcBef>
            </a:pPr>
            <a:r>
              <a:rPr lang="en-US" sz="1400" dirty="0">
                <a:solidFill>
                  <a:schemeClr val="bg1"/>
                </a:solidFill>
                <a:latin typeface="Helvetica Neue" panose="02000803000000090004" pitchFamily="2"/>
                <a:cs typeface="Trebuchet MS"/>
              </a:rPr>
              <a:t>University of Ghana | Presenter Name | Department of School | Date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CC4043-A55C-06E5-577A-84271CCBE5FD}"/>
              </a:ext>
            </a:extLst>
          </p:cNvPr>
          <p:cNvSpPr/>
          <p:nvPr/>
        </p:nvSpPr>
        <p:spPr>
          <a:xfrm>
            <a:off x="3242007" y="1709887"/>
            <a:ext cx="559601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Helvetica Neue" panose="02000803000000090004" pitchFamily="2"/>
              </a:rPr>
              <a:t>Which tasks have been completed?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Helvetica Neue" panose="02000803000000090004" pitchFamily="2"/>
              </a:rPr>
              <a:t>What issues have been resolved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Helvetica Neue" panose="02000803000000090004" pitchFamily="2"/>
              </a:rPr>
              <a:t>What new issues have risen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985A49-E14E-BFC4-86DA-0A3093A47806}"/>
              </a:ext>
            </a:extLst>
          </p:cNvPr>
          <p:cNvSpPr/>
          <p:nvPr/>
        </p:nvSpPr>
        <p:spPr>
          <a:xfrm>
            <a:off x="1318069" y="3818952"/>
            <a:ext cx="963069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algn="ctr"/>
            <a:r>
              <a:rPr lang="en-GB" sz="2400" b="1" dirty="0">
                <a:latin typeface="Helvetica Neue" panose="02000803000000090004" pitchFamily="2"/>
              </a:rPr>
              <a:t>What progress has been made since the previous milestone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3D1D5D-A483-B27F-1AE8-798425BDEFF5}"/>
              </a:ext>
            </a:extLst>
          </p:cNvPr>
          <p:cNvSpPr/>
          <p:nvPr/>
        </p:nvSpPr>
        <p:spPr>
          <a:xfrm>
            <a:off x="3242007" y="4451614"/>
            <a:ext cx="600523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Helvetica Neue" panose="02000803000000090004" pitchFamily="2"/>
              </a:rPr>
              <a:t>If delayed, what is the mitigation plan?</a:t>
            </a:r>
          </a:p>
        </p:txBody>
      </p:sp>
    </p:spTree>
    <p:extLst>
      <p:ext uri="{BB962C8B-B14F-4D97-AF65-F5344CB8AC3E}">
        <p14:creationId xmlns:p14="http://schemas.microsoft.com/office/powerpoint/2010/main" val="1128245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A98F97-7D49-42CC-8A5F-848BDC4892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8936" y="-51530"/>
            <a:ext cx="12240936" cy="693334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13A04E8-D503-4F69-8234-8A8CAEF11953}"/>
              </a:ext>
            </a:extLst>
          </p:cNvPr>
          <p:cNvSpPr/>
          <p:nvPr/>
        </p:nvSpPr>
        <p:spPr>
          <a:xfrm>
            <a:off x="-55989" y="285134"/>
            <a:ext cx="12247990" cy="596498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1E8BDE-0441-474A-B559-25A6261C9DA4}"/>
              </a:ext>
            </a:extLst>
          </p:cNvPr>
          <p:cNvSpPr/>
          <p:nvPr/>
        </p:nvSpPr>
        <p:spPr>
          <a:xfrm>
            <a:off x="-55989" y="6403153"/>
            <a:ext cx="12192003" cy="479394"/>
          </a:xfrm>
          <a:prstGeom prst="rect">
            <a:avLst/>
          </a:prstGeom>
          <a:solidFill>
            <a:srgbClr val="113B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A7CF597-E067-4687-AA67-6F8C77820673}"/>
              </a:ext>
            </a:extLst>
          </p:cNvPr>
          <p:cNvGrpSpPr/>
          <p:nvPr/>
        </p:nvGrpSpPr>
        <p:grpSpPr>
          <a:xfrm>
            <a:off x="10604090" y="6358537"/>
            <a:ext cx="1587908" cy="573205"/>
            <a:chOff x="10594306" y="6387566"/>
            <a:chExt cx="1475774" cy="49555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B27368B-8C41-4A6C-944A-16B52484E416}"/>
                </a:ext>
              </a:extLst>
            </p:cNvPr>
            <p:cNvSpPr/>
            <p:nvPr/>
          </p:nvSpPr>
          <p:spPr>
            <a:xfrm>
              <a:off x="10594306" y="6428118"/>
              <a:ext cx="1475774" cy="4144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" name="Picture 6" descr="A picture containing food&#10;&#10;Description automatically generated">
              <a:extLst>
                <a:ext uri="{FF2B5EF4-FFF2-40B4-BE49-F238E27FC236}">
                  <a16:creationId xmlns:a16="http://schemas.microsoft.com/office/drawing/2014/main" id="{40AC4F18-BF9D-48A0-98C8-BF3E00081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08474" y="6387566"/>
              <a:ext cx="1247438" cy="495557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1FC4FB3F-2CD9-46C1-81BB-17DA51E05DE7}"/>
              </a:ext>
            </a:extLst>
          </p:cNvPr>
          <p:cNvSpPr/>
          <p:nvPr/>
        </p:nvSpPr>
        <p:spPr>
          <a:xfrm>
            <a:off x="1280651" y="1091376"/>
            <a:ext cx="963069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algn="ctr"/>
            <a:r>
              <a:rPr lang="en-GB" sz="2400" b="1" dirty="0">
                <a:latin typeface="Helvetica Neue" panose="02000803000000090004" pitchFamily="2"/>
              </a:rPr>
              <a:t>What progress has been made since the previous milestone</a:t>
            </a:r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4A913475-2505-4143-9868-19C8E2EC2120}"/>
              </a:ext>
            </a:extLst>
          </p:cNvPr>
          <p:cNvSpPr txBox="1"/>
          <p:nvPr/>
        </p:nvSpPr>
        <p:spPr>
          <a:xfrm>
            <a:off x="447317" y="6559999"/>
            <a:ext cx="6429344" cy="213392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60"/>
              </a:spcBef>
            </a:pPr>
            <a:r>
              <a:rPr lang="en-US" sz="1400" dirty="0">
                <a:solidFill>
                  <a:schemeClr val="bg1"/>
                </a:solidFill>
                <a:latin typeface="Helvetica Neue" panose="02000803000000090004" pitchFamily="2"/>
                <a:cs typeface="Trebuchet MS"/>
              </a:rPr>
              <a:t>University of Ghana | Presenter Name | Department of School | Date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CC4043-A55C-06E5-577A-84271CCBE5FD}"/>
              </a:ext>
            </a:extLst>
          </p:cNvPr>
          <p:cNvSpPr/>
          <p:nvPr/>
        </p:nvSpPr>
        <p:spPr>
          <a:xfrm>
            <a:off x="3242007" y="1709887"/>
            <a:ext cx="559601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Helvetica Neue" panose="02000803000000090004" pitchFamily="2"/>
              </a:rPr>
              <a:t>Which tasks have been completed?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Helvetica Neue" panose="02000803000000090004" pitchFamily="2"/>
              </a:rPr>
              <a:t>What issues have been resolved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Helvetica Neue" panose="02000803000000090004" pitchFamily="2"/>
              </a:rPr>
              <a:t>What new issues have risen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985A49-E14E-BFC4-86DA-0A3093A47806}"/>
              </a:ext>
            </a:extLst>
          </p:cNvPr>
          <p:cNvSpPr/>
          <p:nvPr/>
        </p:nvSpPr>
        <p:spPr>
          <a:xfrm>
            <a:off x="1318069" y="3818952"/>
            <a:ext cx="963069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algn="ctr"/>
            <a:r>
              <a:rPr lang="en-GB" sz="2400" b="1" dirty="0">
                <a:latin typeface="Helvetica Neue" panose="02000803000000090004" pitchFamily="2"/>
              </a:rPr>
              <a:t>What progress has been made since the previous milestone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3D1D5D-A483-B27F-1AE8-798425BDEFF5}"/>
              </a:ext>
            </a:extLst>
          </p:cNvPr>
          <p:cNvSpPr/>
          <p:nvPr/>
        </p:nvSpPr>
        <p:spPr>
          <a:xfrm>
            <a:off x="3242007" y="4451614"/>
            <a:ext cx="600523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Helvetica Neue" panose="02000803000000090004" pitchFamily="2"/>
              </a:rPr>
              <a:t>If delayed, what is the mitigation plan?</a:t>
            </a:r>
          </a:p>
        </p:txBody>
      </p:sp>
    </p:spTree>
    <p:extLst>
      <p:ext uri="{BB962C8B-B14F-4D97-AF65-F5344CB8AC3E}">
        <p14:creationId xmlns:p14="http://schemas.microsoft.com/office/powerpoint/2010/main" val="3517000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A98F97-7D49-42CC-8A5F-848BDC489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3905"/>
            <a:ext cx="12192002" cy="685019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13A04E8-D503-4F69-8234-8A8CAEF11953}"/>
              </a:ext>
            </a:extLst>
          </p:cNvPr>
          <p:cNvSpPr/>
          <p:nvPr/>
        </p:nvSpPr>
        <p:spPr>
          <a:xfrm>
            <a:off x="1" y="-3905"/>
            <a:ext cx="12191999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8C88D8-3900-4836-86D1-90C20AD31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" y="751896"/>
            <a:ext cx="6663505" cy="52064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A3693A-5E8B-4743-BB9B-6FCD88A1B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69303"/>
            <a:ext cx="6096528" cy="143878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06EBC2-DF7E-4360-AC77-E2E0BCAA7373}"/>
              </a:ext>
            </a:extLst>
          </p:cNvPr>
          <p:cNvSpPr/>
          <p:nvPr/>
        </p:nvSpPr>
        <p:spPr>
          <a:xfrm>
            <a:off x="1376086" y="3605375"/>
            <a:ext cx="391132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l"/>
            <a:r>
              <a:rPr lang="en-US" sz="48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 panose="02000803000000090004" pitchFamily="2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12419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893D4ED015D04EAB96D3EC98AA7532" ma:contentTypeVersion="12" ma:contentTypeDescription="Create a new document." ma:contentTypeScope="" ma:versionID="29a5e80f0ef2be9b5c7268a341afe30f">
  <xsd:schema xmlns:xsd="http://www.w3.org/2001/XMLSchema" xmlns:xs="http://www.w3.org/2001/XMLSchema" xmlns:p="http://schemas.microsoft.com/office/2006/metadata/properties" xmlns:ns3="85875a18-f6e5-4b47-bd44-135cd8229fe8" xmlns:ns4="e12e6210-581f-4443-aa15-e9aad30fb2b1" targetNamespace="http://schemas.microsoft.com/office/2006/metadata/properties" ma:root="true" ma:fieldsID="a89e9bf907cc4ea052f0b9eb95bfacbd" ns3:_="" ns4:_="">
    <xsd:import namespace="85875a18-f6e5-4b47-bd44-135cd8229fe8"/>
    <xsd:import namespace="e12e6210-581f-4443-aa15-e9aad30fb2b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875a18-f6e5-4b47-bd44-135cd8229f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e6210-581f-4443-aa15-e9aad30fb2b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6D77A51-F9F9-4FCC-A03E-24B34165A56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36214E-61C8-43D7-8CA6-AAD936C4C250}">
  <ds:schemaRefs>
    <ds:schemaRef ds:uri="85875a18-f6e5-4b47-bd44-135cd8229fe8"/>
    <ds:schemaRef ds:uri="e12e6210-581f-4443-aa15-e9aad30fb2b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5C9C5D1-5F78-4788-9A38-8593C8135681}">
  <ds:schemaRefs>
    <ds:schemaRef ds:uri="85875a18-f6e5-4b47-bd44-135cd8229fe8"/>
    <ds:schemaRef ds:uri="e12e6210-581f-4443-aa15-e9aad30fb2b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141</Words>
  <Application>Microsoft Office PowerPoint</Application>
  <PresentationFormat>Widescreen</PresentationFormat>
  <Paragraphs>25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Agudetse Selase Kodzo Dzidedi</dc:creator>
  <cp:lastModifiedBy>Agudetse Selase Kodzo Dzidedi</cp:lastModifiedBy>
  <cp:revision>2</cp:revision>
  <dcterms:created xsi:type="dcterms:W3CDTF">2020-02-07T09:30:04Z</dcterms:created>
  <dcterms:modified xsi:type="dcterms:W3CDTF">2024-07-23T18:08:01Z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0x01010029893D4ED015D04EAB96D3EC98AA7532</vt:lpwstr>
  </property>
</Properties>
</file>