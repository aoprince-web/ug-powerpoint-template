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38" autoAdjust="0"/>
    <p:restoredTop sz="94291" autoAdjust="0"/>
  </p:normalViewPr>
  <p:slideViewPr>
    <p:cSldViewPr>
      <p:cViewPr>
        <p:scale>
          <a:sx n="60" d="100"/>
          <a:sy n="60" d="100"/>
        </p:scale>
        <p:origin x="1140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40" dirty="0"/>
              <a:t>GHANA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40" dirty="0"/>
              <a:t>GHANA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40" dirty="0"/>
              <a:t>GHANA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40" dirty="0"/>
              <a:t>GHANA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40" dirty="0"/>
              <a:t>GHANA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1990" y="1982825"/>
                </a:moveTo>
                <a:lnTo>
                  <a:pt x="0" y="1982825"/>
                </a:lnTo>
                <a:lnTo>
                  <a:pt x="0" y="7559992"/>
                </a:lnTo>
                <a:lnTo>
                  <a:pt x="10691990" y="7559992"/>
                </a:lnTo>
                <a:lnTo>
                  <a:pt x="10691990" y="1982825"/>
                </a:lnTo>
                <a:close/>
              </a:path>
              <a:path w="10692130" h="7560309">
                <a:moveTo>
                  <a:pt x="10691990" y="1874761"/>
                </a:moveTo>
                <a:lnTo>
                  <a:pt x="0" y="1874761"/>
                </a:lnTo>
                <a:lnTo>
                  <a:pt x="0" y="1878444"/>
                </a:lnTo>
                <a:lnTo>
                  <a:pt x="10691990" y="1878444"/>
                </a:lnTo>
                <a:lnTo>
                  <a:pt x="10691990" y="1874761"/>
                </a:lnTo>
                <a:close/>
              </a:path>
              <a:path w="10692130" h="7560309">
                <a:moveTo>
                  <a:pt x="10691990" y="0"/>
                </a:moveTo>
                <a:lnTo>
                  <a:pt x="0" y="0"/>
                </a:lnTo>
                <a:lnTo>
                  <a:pt x="0" y="326136"/>
                </a:lnTo>
                <a:lnTo>
                  <a:pt x="10691990" y="326136"/>
                </a:lnTo>
                <a:lnTo>
                  <a:pt x="10691990" y="0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30513"/>
            <a:ext cx="10692130" cy="1444625"/>
          </a:xfrm>
          <a:custGeom>
            <a:avLst/>
            <a:gdLst/>
            <a:ahLst/>
            <a:cxnLst/>
            <a:rect l="l" t="t" r="r" b="b"/>
            <a:pathLst>
              <a:path w="10692130" h="1444625">
                <a:moveTo>
                  <a:pt x="10692000" y="0"/>
                </a:moveTo>
                <a:lnTo>
                  <a:pt x="0" y="0"/>
                </a:lnTo>
                <a:lnTo>
                  <a:pt x="0" y="1444251"/>
                </a:lnTo>
                <a:lnTo>
                  <a:pt x="10692000" y="1444251"/>
                </a:lnTo>
                <a:lnTo>
                  <a:pt x="10692000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26142"/>
            <a:ext cx="10692130" cy="1656714"/>
          </a:xfrm>
          <a:custGeom>
            <a:avLst/>
            <a:gdLst/>
            <a:ahLst/>
            <a:cxnLst/>
            <a:rect l="l" t="t" r="r" b="b"/>
            <a:pathLst>
              <a:path w="10692130" h="1656714">
                <a:moveTo>
                  <a:pt x="10691990" y="1552308"/>
                </a:moveTo>
                <a:lnTo>
                  <a:pt x="0" y="1552308"/>
                </a:lnTo>
                <a:lnTo>
                  <a:pt x="0" y="1656689"/>
                </a:lnTo>
                <a:lnTo>
                  <a:pt x="10691990" y="1656689"/>
                </a:lnTo>
                <a:lnTo>
                  <a:pt x="10691990" y="1552308"/>
                </a:lnTo>
                <a:close/>
              </a:path>
              <a:path w="10692130" h="1656714">
                <a:moveTo>
                  <a:pt x="10691990" y="0"/>
                </a:moveTo>
                <a:lnTo>
                  <a:pt x="0" y="0"/>
                </a:lnTo>
                <a:lnTo>
                  <a:pt x="0" y="104381"/>
                </a:lnTo>
                <a:lnTo>
                  <a:pt x="10691990" y="104381"/>
                </a:lnTo>
                <a:lnTo>
                  <a:pt x="10691990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2128" y="747391"/>
            <a:ext cx="213995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40" dirty="0"/>
              <a:t>GHANA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7560309"/>
            <a:chOff x="0" y="0"/>
            <a:chExt cx="10692130" cy="7560309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692130" cy="4720590"/>
            </a:xfrm>
            <a:custGeom>
              <a:avLst/>
              <a:gdLst/>
              <a:ahLst/>
              <a:cxnLst/>
              <a:rect l="l" t="t" r="r" b="b"/>
              <a:pathLst>
                <a:path w="10692130" h="4720590">
                  <a:moveTo>
                    <a:pt x="10692000" y="0"/>
                  </a:moveTo>
                  <a:lnTo>
                    <a:pt x="0" y="0"/>
                  </a:lnTo>
                  <a:lnTo>
                    <a:pt x="0" y="4720226"/>
                  </a:lnTo>
                  <a:lnTo>
                    <a:pt x="10692000" y="4720226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2827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20226"/>
              <a:ext cx="10692130" cy="319405"/>
            </a:xfrm>
            <a:custGeom>
              <a:avLst/>
              <a:gdLst/>
              <a:ahLst/>
              <a:cxnLst/>
              <a:rect l="l" t="t" r="r" b="b"/>
              <a:pathLst>
                <a:path w="10692130" h="319404">
                  <a:moveTo>
                    <a:pt x="10692000" y="0"/>
                  </a:moveTo>
                  <a:lnTo>
                    <a:pt x="0" y="0"/>
                  </a:lnTo>
                  <a:lnTo>
                    <a:pt x="0" y="319218"/>
                  </a:lnTo>
                  <a:lnTo>
                    <a:pt x="10692000" y="319218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039444"/>
              <a:ext cx="10692130" cy="2520950"/>
            </a:xfrm>
            <a:custGeom>
              <a:avLst/>
              <a:gdLst/>
              <a:ahLst/>
              <a:cxnLst/>
              <a:rect l="l" t="t" r="r" b="b"/>
              <a:pathLst>
                <a:path w="10692130" h="2520950">
                  <a:moveTo>
                    <a:pt x="0" y="0"/>
                  </a:moveTo>
                  <a:lnTo>
                    <a:pt x="10692000" y="0"/>
                  </a:lnTo>
                  <a:lnTo>
                    <a:pt x="10692000" y="2520555"/>
                  </a:lnTo>
                  <a:lnTo>
                    <a:pt x="0" y="25205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91543" y="922297"/>
            <a:ext cx="11258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Title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00333" y="3338907"/>
            <a:ext cx="1299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75" dirty="0">
                <a:solidFill>
                  <a:srgbClr val="FFFFFF"/>
                </a:solidFill>
                <a:latin typeface="Arial"/>
                <a:cs typeface="Arial"/>
              </a:rPr>
              <a:t>Author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941" y="5642528"/>
            <a:ext cx="1097474" cy="13169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792473" y="5893355"/>
            <a:ext cx="6562725" cy="699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400" b="1" spc="-70" dirty="0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sz="4400" b="1" spc="-20" dirty="0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sz="4400" b="1" spc="-20" dirty="0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sz="4400" b="1" spc="150" dirty="0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Heading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9157" y="2116752"/>
            <a:ext cx="2553335" cy="3311525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705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3200" b="1" dirty="0">
                <a:solidFill>
                  <a:srgbClr val="282781"/>
                </a:solidFill>
                <a:latin typeface="Calibri"/>
                <a:cs typeface="Calibri"/>
              </a:rPr>
              <a:t>Bullet</a:t>
            </a:r>
            <a:r>
              <a:rPr sz="3200" b="1" spc="-50" dirty="0">
                <a:solidFill>
                  <a:srgbClr val="282781"/>
                </a:solidFill>
                <a:latin typeface="Calibri"/>
                <a:cs typeface="Calibri"/>
              </a:rPr>
              <a:t> 1</a:t>
            </a:r>
            <a:endParaRPr sz="3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605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3200" b="1" dirty="0">
                <a:solidFill>
                  <a:srgbClr val="282781"/>
                </a:solidFill>
                <a:latin typeface="Calibri"/>
                <a:cs typeface="Calibri"/>
              </a:rPr>
              <a:t>Bullet</a:t>
            </a:r>
            <a:r>
              <a:rPr sz="3200" b="1" spc="-50" dirty="0">
                <a:solidFill>
                  <a:srgbClr val="282781"/>
                </a:solidFill>
                <a:latin typeface="Calibri"/>
                <a:cs typeface="Calibri"/>
              </a:rPr>
              <a:t> 2</a:t>
            </a:r>
            <a:endParaRPr sz="3200">
              <a:latin typeface="Calibri"/>
              <a:cs typeface="Calibri"/>
            </a:endParaRPr>
          </a:p>
          <a:p>
            <a:pPr marL="926465" lvl="1" indent="-513715">
              <a:lnSpc>
                <a:spcPct val="100000"/>
              </a:lnSpc>
              <a:spcBef>
                <a:spcPts val="1605"/>
              </a:spcBef>
              <a:buFont typeface="Times New Roman"/>
              <a:buChar char="–"/>
              <a:tabLst>
                <a:tab pos="926465" algn="l"/>
              </a:tabLst>
            </a:pPr>
            <a:r>
              <a:rPr sz="2800" b="1" dirty="0">
                <a:solidFill>
                  <a:srgbClr val="282781"/>
                </a:solidFill>
                <a:latin typeface="Calibri"/>
                <a:cs typeface="Calibri"/>
              </a:rPr>
              <a:t>Sub-</a:t>
            </a:r>
            <a:r>
              <a:rPr sz="2800" b="1" spc="-10" dirty="0">
                <a:solidFill>
                  <a:srgbClr val="282781"/>
                </a:solidFill>
                <a:latin typeface="Calibri"/>
                <a:cs typeface="Calibri"/>
              </a:rPr>
              <a:t>bullet:</a:t>
            </a:r>
            <a:endParaRPr sz="2800">
              <a:latin typeface="Calibri"/>
              <a:cs typeface="Calibri"/>
            </a:endParaRPr>
          </a:p>
          <a:p>
            <a:pPr marL="926465" lvl="1" indent="-513715">
              <a:lnSpc>
                <a:spcPct val="100000"/>
              </a:lnSpc>
              <a:spcBef>
                <a:spcPts val="1405"/>
              </a:spcBef>
              <a:buFont typeface="Times New Roman"/>
              <a:buChar char="–"/>
              <a:tabLst>
                <a:tab pos="926465" algn="l"/>
              </a:tabLst>
            </a:pPr>
            <a:r>
              <a:rPr sz="2800" b="1" dirty="0">
                <a:solidFill>
                  <a:srgbClr val="282781"/>
                </a:solidFill>
                <a:latin typeface="Calibri"/>
                <a:cs typeface="Calibri"/>
              </a:rPr>
              <a:t>Sub-</a:t>
            </a:r>
            <a:r>
              <a:rPr sz="2800" b="1" spc="-10" dirty="0">
                <a:solidFill>
                  <a:srgbClr val="282781"/>
                </a:solidFill>
                <a:latin typeface="Calibri"/>
                <a:cs typeface="Calibri"/>
              </a:rPr>
              <a:t>bullet: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10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3200" b="1" dirty="0">
                <a:solidFill>
                  <a:srgbClr val="282781"/>
                </a:solidFill>
                <a:latin typeface="Calibri"/>
                <a:cs typeface="Calibri"/>
              </a:rPr>
              <a:t>Bullet</a:t>
            </a:r>
            <a:r>
              <a:rPr sz="3200" b="1" spc="-50" dirty="0">
                <a:solidFill>
                  <a:srgbClr val="282781"/>
                </a:solidFill>
                <a:latin typeface="Calibri"/>
                <a:cs typeface="Calibri"/>
              </a:rPr>
              <a:t> 3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70514" y="6711447"/>
            <a:ext cx="2421890" cy="520700"/>
            <a:chOff x="8270514" y="6711447"/>
            <a:chExt cx="2421890" cy="520700"/>
          </a:xfrm>
        </p:grpSpPr>
        <p:sp>
          <p:nvSpPr>
            <p:cNvPr id="5" name="object 5"/>
            <p:cNvSpPr/>
            <p:nvPr/>
          </p:nvSpPr>
          <p:spPr>
            <a:xfrm>
              <a:off x="8270514" y="6711447"/>
              <a:ext cx="2421890" cy="520700"/>
            </a:xfrm>
            <a:custGeom>
              <a:avLst/>
              <a:gdLst/>
              <a:ahLst/>
              <a:cxnLst/>
              <a:rect l="l" t="t" r="r" b="b"/>
              <a:pathLst>
                <a:path w="2421890" h="520700">
                  <a:moveTo>
                    <a:pt x="2421486" y="0"/>
                  </a:moveTo>
                  <a:lnTo>
                    <a:pt x="0" y="0"/>
                  </a:lnTo>
                  <a:lnTo>
                    <a:pt x="0" y="520213"/>
                  </a:lnTo>
                  <a:lnTo>
                    <a:pt x="2421486" y="520213"/>
                  </a:lnTo>
                  <a:lnTo>
                    <a:pt x="2421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69007" y="6809791"/>
              <a:ext cx="270236" cy="3243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rPr dirty="0"/>
              <a:t>UNIVERSITY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40" dirty="0"/>
              <a:t>GHANA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Heading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6974" y="2309016"/>
            <a:ext cx="3905885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Also</a:t>
            </a:r>
            <a:r>
              <a:rPr sz="1800" b="1" i="1" spc="-2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this</a:t>
            </a:r>
            <a:r>
              <a:rPr sz="1800" b="1" i="1" spc="-2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place</a:t>
            </a:r>
            <a:r>
              <a:rPr sz="1800" b="1" i="1" spc="-2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can</a:t>
            </a:r>
            <a:r>
              <a:rPr sz="1800" b="1" i="1" spc="-2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have</a:t>
            </a:r>
            <a:r>
              <a:rPr sz="1800" b="1" i="1" spc="-2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a</a:t>
            </a:r>
            <a:r>
              <a:rPr sz="1800" b="1" i="1" spc="-2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picture</a:t>
            </a:r>
            <a:r>
              <a:rPr sz="1800" b="1" i="1" spc="-15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spc="-35" dirty="0">
                <a:solidFill>
                  <a:srgbClr val="282781"/>
                </a:solidFill>
                <a:latin typeface="Calibri"/>
                <a:cs typeface="Calibri"/>
              </a:rPr>
              <a:t>or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graphic</a:t>
            </a:r>
            <a:r>
              <a:rPr sz="1800" b="1" i="1" spc="-25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so</a:t>
            </a:r>
            <a:r>
              <a:rPr sz="1800" b="1" i="1" spc="-25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the</a:t>
            </a:r>
            <a:r>
              <a:rPr sz="1800" b="1" i="1" spc="-2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slide</a:t>
            </a:r>
            <a:r>
              <a:rPr sz="1800" b="1" i="1" spc="-25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is</a:t>
            </a:r>
            <a:r>
              <a:rPr sz="1800" b="1" i="1" spc="-2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not</a:t>
            </a:r>
            <a:r>
              <a:rPr sz="1800" b="1" i="1" spc="-25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full</a:t>
            </a:r>
            <a:r>
              <a:rPr sz="1800" b="1" i="1" spc="-25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of</a:t>
            </a:r>
            <a:r>
              <a:rPr sz="1800" b="1" i="1" spc="-2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text</a:t>
            </a:r>
            <a:r>
              <a:rPr sz="1800" b="1" i="1" spc="-25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spc="-20" dirty="0">
                <a:solidFill>
                  <a:srgbClr val="282781"/>
                </a:solidFill>
                <a:latin typeface="Calibri"/>
                <a:cs typeface="Calibri"/>
              </a:rPr>
              <a:t>thus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making</a:t>
            </a:r>
            <a:r>
              <a:rPr sz="1800" b="1" i="1" spc="-5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82781"/>
                </a:solidFill>
                <a:latin typeface="Calibri"/>
                <a:cs typeface="Calibri"/>
              </a:rPr>
              <a:t>it</a:t>
            </a:r>
            <a:r>
              <a:rPr sz="1800" b="1" i="1" spc="-5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282781"/>
                </a:solidFill>
                <a:latin typeface="Calibri"/>
                <a:cs typeface="Calibri"/>
              </a:rPr>
              <a:t>intimidating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9770" y="2285807"/>
            <a:ext cx="1693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82781"/>
                </a:solidFill>
                <a:latin typeface="Calibri"/>
                <a:cs typeface="Calibri"/>
              </a:rPr>
              <a:t>Sub</a:t>
            </a:r>
            <a:r>
              <a:rPr sz="2400" b="1" spc="-5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82781"/>
                </a:solidFill>
                <a:latin typeface="Calibri"/>
                <a:cs typeface="Calibri"/>
              </a:rPr>
              <a:t>Heading: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9762" y="2892105"/>
            <a:ext cx="1369060" cy="106299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2400" b="1" dirty="0">
                <a:solidFill>
                  <a:srgbClr val="282781"/>
                </a:solidFill>
                <a:latin typeface="Calibri"/>
                <a:cs typeface="Calibri"/>
              </a:rPr>
              <a:t>Point</a:t>
            </a:r>
            <a:r>
              <a:rPr sz="2400" b="1" spc="-8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282781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2400" b="1" dirty="0">
                <a:solidFill>
                  <a:srgbClr val="282781"/>
                </a:solidFill>
                <a:latin typeface="Calibri"/>
                <a:cs typeface="Calibri"/>
              </a:rPr>
              <a:t>Point</a:t>
            </a:r>
            <a:r>
              <a:rPr sz="2400" b="1" spc="-80" dirty="0">
                <a:solidFill>
                  <a:srgbClr val="282781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282781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270514" y="6711447"/>
            <a:ext cx="2421890" cy="520700"/>
            <a:chOff x="8270514" y="6711447"/>
            <a:chExt cx="2421890" cy="520700"/>
          </a:xfrm>
        </p:grpSpPr>
        <p:sp>
          <p:nvSpPr>
            <p:cNvPr id="7" name="object 7"/>
            <p:cNvSpPr/>
            <p:nvPr/>
          </p:nvSpPr>
          <p:spPr>
            <a:xfrm>
              <a:off x="8270514" y="6711447"/>
              <a:ext cx="2421890" cy="520700"/>
            </a:xfrm>
            <a:custGeom>
              <a:avLst/>
              <a:gdLst/>
              <a:ahLst/>
              <a:cxnLst/>
              <a:rect l="l" t="t" r="r" b="b"/>
              <a:pathLst>
                <a:path w="2421890" h="520700">
                  <a:moveTo>
                    <a:pt x="2421486" y="0"/>
                  </a:moveTo>
                  <a:lnTo>
                    <a:pt x="0" y="0"/>
                  </a:lnTo>
                  <a:lnTo>
                    <a:pt x="0" y="520213"/>
                  </a:lnTo>
                  <a:lnTo>
                    <a:pt x="2421486" y="520213"/>
                  </a:lnTo>
                  <a:lnTo>
                    <a:pt x="2421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69007" y="6809791"/>
              <a:ext cx="270236" cy="32434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rPr dirty="0"/>
              <a:t>UNIVERSITY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40" dirty="0"/>
              <a:t>GHANA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51</Words>
  <Application>Microsoft Office PowerPoint</Application>
  <PresentationFormat>Custom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Title</vt:lpstr>
      <vt:lpstr>Heading</vt:lpstr>
      <vt:lpstr>Heading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Powerpoint template</dc:title>
  <dc:creator>Graham</dc:creator>
  <cp:lastModifiedBy>Isaac Mensah Boafo</cp:lastModifiedBy>
  <cp:revision>1</cp:revision>
  <dcterms:created xsi:type="dcterms:W3CDTF">2023-11-12T11:49:02Z</dcterms:created>
  <dcterms:modified xsi:type="dcterms:W3CDTF">2023-11-12T11:51:48Z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2014-10-30T00:00:00Z</vt:filetime>
  </property>
  <property fmtid="{D5CDD505-2E9C-101B-9397-08002B2CF9AE}" pid="3" name="Creator">
    <vt:lpwstr>CorelDRAW</vt:lpwstr>
  </property>
  <property fmtid="{D5CDD505-2E9C-101B-9397-08002B2CF9AE}" pid="4" name="LastSaved">
    <vt:filetime>2023-11-12T00:00:00Z</vt:filetime>
  </property>
  <property fmtid="{D5CDD505-2E9C-101B-9397-08002B2CF9AE}" pid="5" name="Producer">
    <vt:lpwstr>Corel PDF Engine Version 14.0.0.567</vt:lpwstr>
  </property>
</Properties>
</file>